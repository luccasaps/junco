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Logística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Lead Time &amp; Performance de Entregas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880360"/>
            <a:ext cx="3200400" cy="45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Jan/2026 – Fev/2026   |   21.185 registros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288D1">
              <a:alpha val="3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36576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288D1">
              <a:alpha val="3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288D1">
              <a:alpha val="3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6576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288D1">
              <a:alpha val="3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PRINCIPAIS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128016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2286000"/>
            <a:ext cx="27432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 dias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2944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Total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2286000"/>
            <a:ext cx="2743200" cy="6400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612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 dias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246120" y="2944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→ Emissão NF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2286000"/>
            <a:ext cx="2743200" cy="640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dias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26480" y="2944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→ Expedição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566160"/>
            <a:ext cx="274320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 dias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65760" y="4224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 → Entrega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5468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54680" y="3566160"/>
            <a:ext cx="2743200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4612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3,5%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3246120" y="4224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no Prazo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35040" y="3566160"/>
            <a:ext cx="274320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20.446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6126480" y="4224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Atraso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DE INTERVALOS POR ETAPA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13716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2331720"/>
            <a:ext cx="8595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2331720"/>
            <a:ext cx="91440" cy="24688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Gargalos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3017520"/>
            <a:ext cx="137160" cy="13716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→ NF: 0,0 dias — </a:t>
            </a:r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instantâneo — nenhum gargalo nesta etapa.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456432"/>
            <a:ext cx="137160" cy="13716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3649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→ Expedição: 4,2 dias (22% acima da média) — </a:t>
            </a:r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interno de separação e despacho é o segundo maior gargalo.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895344"/>
            <a:ext cx="137160" cy="1371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80390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 → Entrega: 6,1 dias (36% acima da média) — </a:t>
            </a:r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contribuidor do lead time total — foco em transportadoras críticas.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4334256"/>
            <a:ext cx="137160" cy="1371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2428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Total (NF→Entrega): 9,9 dias (40% acima da média) — </a:t>
            </a:r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direto do acúmulo das etapas anteriores.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DE LEAD TIME — MENSAL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22860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32461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246120"/>
            <a:ext cx="27889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Total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3657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 → 9,3 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4206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~1 dia no período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32461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3246120"/>
            <a:ext cx="278892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Expedição→Entrega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3657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~6,2 → ~5,9 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337560" y="4206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gradual no transporte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2461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3246120"/>
            <a:ext cx="2788920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→ NF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3640" y="3657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 dias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263640" y="4206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— processamento imediato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 DE ENTREGAS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114800" cy="402336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63440" y="914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96,5%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663440" y="1828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entregas em ATRASO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2834640"/>
            <a:ext cx="4206240" cy="9144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2834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663440" y="3337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 de 21.185 entregas no prazo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3931920"/>
            <a:ext cx="4206240" cy="868680"/>
          </a:xfrm>
          <a:prstGeom prst="rect">
            <a:avLst/>
          </a:prstGeom>
          <a:solidFill>
            <a:srgbClr val="FFF3E0"/>
          </a:solidFill>
          <a:ln w="1905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39776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Ponto crítico: revisão urgente de SLAs com transportadoras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POR DIMENSÃO — UF / TRANSPORTADORA / REGIÃO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49808"/>
            <a:ext cx="8869680" cy="41148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TRANSPORTADORAS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49808"/>
            <a:ext cx="8869680" cy="219456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3108960"/>
            <a:ext cx="8595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108960"/>
            <a:ext cx="91440" cy="1783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200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Transportadoras em Atenção — Maiores Lead Times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ACM Soluções Logística — 18,2 dias  |  175 entregas  |  0,6% no prazo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9044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Evidencia Logística Transporte Ltda — 16,5 dias  |  640 entregas  |  3% no prazo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1970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Via Connect — 14,4 dias  |  41 entregas  |  46,3% no prazo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4897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Rapido Xapuri Transportes e Logística — 13,0 dias  |  148 entregas  |  15,5% no prazo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ANALÍTICA DETALHADA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49808"/>
            <a:ext cx="8869680" cy="356616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462272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 tabela suporta busca por nota fiscal, cliente ou transportadora — 21.185 registros filtráveis por UF, região, operação e período.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FUNCIONALIDADES DO DASHBOARD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103120" cy="402336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651760" y="822960"/>
            <a:ext cx="6263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88920" y="868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UF (Destino)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37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por estado de destino da entrega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508760"/>
            <a:ext cx="6263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889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Transportadora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 por operadora logística específica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51760" y="2194560"/>
            <a:ext cx="6263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Cliente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dados de um cliente em particular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51760" y="2880360"/>
            <a:ext cx="6263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889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Operação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por tipo de operação logística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51760" y="3566160"/>
            <a:ext cx="6263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78892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Região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 por macrorregião do Brasil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51760" y="4251960"/>
            <a:ext cx="6263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78892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Período (NF)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3776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intervalo de emissão de NF (Jan–Fev 2026)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&amp; 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926080" cy="45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 crítica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96,5% de atraso exige revisão imediata dos SLAs com transportadoras.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B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441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321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Gargalo: Expedição → Entrega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 dias médios (36% acima da média) — foco prioritário de melhoria.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B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815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430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&amp; Evidencia em atenção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de 18,2 e 16,5 dias respectivamente — avaliar continuidade.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815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positiva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caiu de 10,3 → 9,3 dias no período — ações têm efeito.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desenvolvido com Python · Pandas · Streamlit  —  Loog.ai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de Logística</dc:title>
  <dc:subject>PptxGenJS Presentation</dc:subject>
  <dc:creator>PptxGenJS</dc:creator>
  <cp:lastModifiedBy>PptxGenJS</cp:lastModifiedBy>
  <cp:revision>1</cp:revision>
  <dcterms:created xsi:type="dcterms:W3CDTF">2026-03-09T18:17:43Z</dcterms:created>
  <dcterms:modified xsi:type="dcterms:W3CDTF">2026-03-09T18:17:43Z</dcterms:modified>
</cp:coreProperties>
</file>